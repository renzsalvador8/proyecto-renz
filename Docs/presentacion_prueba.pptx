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Calibri"/>
              </a:rPr>
              <a:t>Pruebas superadas por día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Pruebas superadas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Lun</c:v>
                  </c:pt>
                  <c:pt idx="1">
                    <c:v>Mar</c:v>
                  </c:pt>
                  <c:pt idx="2">
                    <c:v>Mié</c:v>
                  </c:pt>
                  <c:pt idx="3">
                    <c:v>Jue</c:v>
                  </c:pt>
                  <c:pt idx="4">
                    <c:v>Vie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portada de la presentación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los elementos que se prueban en esta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nativo con datos de ejemplo (ficticios).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rgbClr val="0E9F8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017520"/>
            <a:ext cx="2377440" cy="2377440"/>
          </a:xfrm>
          <a:prstGeom prst="ellipse">
            <a:avLst/>
          </a:prstGeom>
          <a:solidFill>
            <a:srgbClr val="C8F0E8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de prueba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ppt sencilla para comprobar que todo funciona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 esta prueba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F1F6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Títulos, subtítulos y párrafos con fuentes estándar de Office.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F1F6F8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691640"/>
            <a:ext cx="640080" cy="64008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y color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017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Tarjetas, círculos y una paleta coherente en todas las diapositivas.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F1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691640"/>
            <a:ext cx="640080" cy="64008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nativo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017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gráfico de barras editable directamente en PowerPoint.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gráfico de ejemplo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463040"/>
            <a:ext cx="2377440" cy="301752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0" y="1828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E9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2971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superadas en la semana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ficticios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377440"/>
            <a:ext cx="3840480" cy="3840480"/>
          </a:xfrm>
          <a:prstGeom prst="ellipse">
            <a:avLst/>
          </a:prstGeom>
          <a:solidFill>
            <a:srgbClr val="0E9F8E">
              <a:alpha val="8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0" y="1737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¡Prueba completada!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prueba</dc:title>
  <dc:subject>PptxGenJS Presentation</dc:subject>
  <dc:creator>Renz</dc:creator>
  <cp:lastModifiedBy>Renz</cp:lastModifiedBy>
  <cp:revision>1</cp:revision>
  <dcterms:created xsi:type="dcterms:W3CDTF">2026-10-08T20:32:59Z</dcterms:created>
  <dcterms:modified xsi:type="dcterms:W3CDTF">2026-10-08T20:32:59Z</dcterms:modified>
</cp:coreProperties>
</file>